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08c7d05ff847c9" /><Relationship Type="http://schemas.openxmlformats.org/officeDocument/2006/relationships/extended-properties" Target="/docProps/app.xml" Id="Rb7af510a8d574a32" /><Relationship Type="http://schemas.openxmlformats.org/officeDocument/2006/relationships/officeDocument" Target="/ppt/presentation.xml" Id="R174650b234614c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d49ce7b83d4fca"/>
  </p:sldMasterIdLst>
  <p:notesMasterIdLst>
    <p:notesMasterId xmlns:r="http://schemas.openxmlformats.org/officeDocument/2006/relationships" r:id="R49c5e1c5678f4a10"/>
  </p:notesMasterIdLst>
  <p:sldIdLst>
    <p:sldId xmlns:r="http://schemas.openxmlformats.org/officeDocument/2006/relationships" id="256" r:id="R7771c2bede7b41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79c1095d864f43" /><Relationship Type="http://schemas.openxmlformats.org/officeDocument/2006/relationships/slideMaster" Target="/ppt/slideMasters/slideMaster1.xml" Id="R17d49ce7b83d4fca" /><Relationship Type="http://schemas.openxmlformats.org/officeDocument/2006/relationships/notesMaster" Target="/ppt/notesMasters/notesMaster1.xml" Id="R49c5e1c5678f4a10" /><Relationship Type="http://schemas.openxmlformats.org/officeDocument/2006/relationships/presProps" Target="/ppt/presProps.xml" Id="Rffbc839e33524d8b" /><Relationship Type="http://schemas.openxmlformats.org/officeDocument/2006/relationships/tableStyles" Target="/ppt/tableStyles.xml" Id="Rb46a8aea931b468c" /><Relationship Type="http://schemas.openxmlformats.org/officeDocument/2006/relationships/slide" Target="/ppt/slides/slide1.xml" Id="R7771c2bede7b41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19816d3cb04f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cf32fb92240c8" /><Relationship Type="http://schemas.openxmlformats.org/officeDocument/2006/relationships/notesMaster" Target="/ppt/notesMasters/notesMaster1.xml" Id="R9d5c8b37cee141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architecture for SIH26085. All slide text, cards, arrows and diagram elements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7116594e546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14b292a38c46d6" /><Relationship Type="http://schemas.openxmlformats.org/officeDocument/2006/relationships/slideLayout" Target="/ppt/slideLayouts/slideLayout1.xml" Id="Rb757039d011e43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57039d011e43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66ac4e4064f46" /><Relationship Type="http://schemas.openxmlformats.org/officeDocument/2006/relationships/notesSlide" Target="/ppt/notesSlides/notesSlide1.xml" Id="Rfd3075b2a35645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9526120-51A1-4E40-BD39-7051F2FD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667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0536E-6E06-47FE-A59A-15F19791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81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Rainfall–Terrain–Drainage Coupling for Street-Level Flood Nowcasting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FB35A-1B65-4E7A-BD30-287CB2AB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6200"/>
            <a:ext cx="952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A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A9DA2-D0BF-4FB1-8524-F6A984BC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24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CF4C0-13FA-47EB-A31C-9A7C335F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61925"/>
            <a:ext cx="409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13295-D4FB-47C2-870E-20BC528B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52400"/>
            <a:ext cx="20002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3FC43-CFAD-4F57-94B9-A0085F6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952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1D05A-F01B-4B9F-9464-64FF5C58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38200"/>
            <a:ext cx="91059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1C942-F622-402B-98F7-EFBBC698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847725"/>
            <a:ext cx="31051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9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06E75-7A60-4CC4-A348-A4B2BCB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667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MULTI-SOURCE INPUT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1D3F3-2518-4723-B06F-0522C8B6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24150"/>
            <a:ext cx="91059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A0249-1356-4911-A0AA-9A3B9360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733675"/>
            <a:ext cx="34480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9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EC0EE-2302-4CDD-B887-8894D0B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527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COUPLED FLOOD MODELLING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DDD98-7060-4EC6-A184-9526FB34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105400"/>
            <a:ext cx="91059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497A2-C145-4D66-A6A8-F52234FA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5114925"/>
            <a:ext cx="2571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9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464E3-531D-4694-83DF-5F9712E4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1339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ACTIONABLE 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A3562-FA95-42C6-8F69-CABC872B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38200"/>
            <a:ext cx="2590800" cy="58483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3A75E-6645-46FB-A761-F7737C2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847725"/>
            <a:ext cx="2571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9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BD183-D961-47E5-9250-257125A4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66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3E010-6B50-477D-8852-C062E359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E9BB8-2C24-40E4-B320-4B28D580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31786-C4D7-4E44-8DBF-045753F9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Rainfall &amp; Forecast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F3BB5-006A-42F3-81C3-D45E35D0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DWR / NWP / Weather APIs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AA20A-2245-49C4-9963-F9A37CB8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285875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24B35-723B-4202-A3FB-7D25A90E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5CD83-63B9-4AA6-A0F0-4A3399FB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F42371-B494-483E-A7B2-D496B501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DEM &amp; Terrain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C1D65-7E19-4DE7-A8CA-3C5FEDF6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Elevation / Slope / Flow Paths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D47B89-F597-4A97-A4DD-F702BDC3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285875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80452-4020-4C76-9E06-DBAAA84E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08E5AA-7E19-4221-BB7E-F2204B1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6F63F-BE18-4FCC-BBAE-7B8BAAEB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Drainage Network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415019-4339-4875-A140-D9DCB8AA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Inlets / Manholes / Pipes / Capacity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175525-57E5-4F98-ACEC-18B366D8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285875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0AEAE1-9E02-41CA-8FC7-6723982E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BA8D35-085C-4D6C-B9A2-A2D4E97A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43E73E-9B93-4DB7-B4F1-B72B3510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Roads &amp; Land Use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8E4E1-C071-4412-AC6F-17EC33F9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OSM / Urban GIS Layers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E40BD-A58A-409D-98FB-D9CFB71A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285875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F924F1-6B08-46AB-887B-3D466FA3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E27CBD-7EB6-4E23-9CB1-D5ECF92A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5698BA-D83B-4826-A766-274D2461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Citizen Observations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CD2D2E-DB7E-4FAD-A003-7F49732D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Waterlogging Reports / Validation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C28024-D280-4AEC-9E29-9E7C1093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66975"/>
            <a:ext cx="721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F1D2AB-4B48-4321-B464-634270E8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47925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20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A44B37-DF53-47D6-BD77-0DE1269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839F5E-77A4-4388-82C8-3DFDBDBA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A5EEA5-8231-4FF3-9618-246851B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4B5955-25DE-4B76-89BB-1F7FC9E7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3CBAFD-4093-4AF3-BBCE-8FE48F5D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F98117-E17F-493D-AEE1-70CCD550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Rainfall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B16942-492A-4B2A-B537-A92B14E6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C006E2-EF58-48FD-9469-D172CC4E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4B7687-AA12-4868-B2EB-1110C98B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EC474D-37DA-4F97-ADC3-8BDD9943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F44640-B661-4CC5-A3D9-35F6F4C5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8D1F17-2524-4B48-9996-B5A636F1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1ED8E3-E451-4861-8FF9-413F18E1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Runoff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447E17-14D7-4778-9544-BFB4038E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004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C5FBB1-2E4A-422E-B2A2-03FCBD8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48C056-FE1D-4516-B5B7-63E1FEE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621A15-0157-4F58-AD1A-1BB95605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D97F5E-F6C0-4563-96BB-A8783BF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625AF8-74D0-4C5D-8165-B34739C9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60100B-9F45-48A0-A204-311E7CB3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2D Surface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AA5A7F-CB32-4157-9859-C6E06E38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F10A16-8A60-48B5-83FC-FA21F0AD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F376B1-6AA6-4F1E-A96C-1A388B67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4C3321-B89A-4D17-B3D2-610278F7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C6CBA5-C8B9-4AB6-B9BB-1ECBF8D2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CE9F06-3DDE-4494-852B-A6762F66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4F8062-559C-4E0A-B789-F8F9BC4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Drainage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Hydraulics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40F11C-4D27-44A3-A74C-B961266D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6004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9B5BB6-C0F4-4599-BB64-55E1CCAD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FBDF645-3E28-441B-B25A-2328915C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532063-FC54-41D8-830B-9ECB2D4B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D0C724B-BB9F-4A43-B9EC-2AEB93B5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199B61-EA0F-443B-AE7B-0E5CC11B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C464EB0-B887-4469-80BA-4DD03446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Surface–Drain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Coupling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88CEDAB-21F9-43BE-A20D-C6618BB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04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132CB7-C821-416B-AA48-B67E00DC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551662-FE63-40A2-A125-EE234ADD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BF975E8-A87F-4FB2-B3D4-C09F016E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427E25F-9E07-4EC9-A253-457C8F6F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79FFBA6-918F-4DDC-9DD3-1CE278B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0–3h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F7FF522-8748-4A6E-B65A-52A1A82E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0–3 Hour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Nowcasting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6E3AE6F-8744-49CD-9C37-8788F5F3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67225"/>
            <a:ext cx="8820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3FC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71D84E-088B-43F1-BDD2-A89FCC80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847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Rainfall  →  Runoff  →  Drainage Capacity  →  Excess Water  →  Routing Depth  →  Flood Risk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22E7DB7-47AC-4FD5-9177-C03865AB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76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6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CBBA11-BC03-473B-8835-5FA9CF46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F59CD06-27C1-408C-91D9-58C46F85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cm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40032A9-ACD4-4028-841E-53BC4D58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Street Water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Depth (cm)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7284B80-AE7E-4C0C-8601-722049AA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43550"/>
            <a:ext cx="95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87D25E-A2B3-484B-9478-021B5C6B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8A7C98E-6F3B-4D0A-9F26-A269B8C8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83E5C09-A383-416F-9CAA-7E83E4E9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Flood Risk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Hotspots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2BF9B5-5047-46F0-81E2-7C32E4A3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543550"/>
            <a:ext cx="95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BD3D599-8914-48D3-A475-2E5DD464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8F3DC25-19E6-40DC-B81B-1F6DD77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530BE9-FB7A-410B-A6A0-7BD25270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Drainage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Stress Map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D428431-3E19-4FCB-BB78-ABCD3197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43550"/>
            <a:ext cx="95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E2A967-D579-49AB-80BA-B1D22637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0E70ED4-BD12-4EDD-BA86-3BECEA00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0–3h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C42B99C-7223-48DF-8751-77EA2489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0–3 Hour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Risk Timeline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C3C8406-E956-4D75-8821-849094D9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43550"/>
            <a:ext cx="95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C8B89FF-6270-473C-A0E5-DF1DF5C2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2F2D1A3-D4DA-4102-A66C-F6FE9992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02DF63-2C81-49D8-ACA0-CD76E50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Flood-Aware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92D093D-080E-484D-B172-58DED90D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239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D7266B2-7DBA-47FC-9631-49847537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57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239E071-29CA-4889-99B2-CA967246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668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09C457B-C663-4110-A802-D02D5943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4001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7C63939-ECA8-4326-958D-2E5334BB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6478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HTML / CSS / JavaScript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9B6CDA4-3E50-4767-941D-664BDB76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621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64C78E1-E359-4C42-A908-350976D9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95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F4F91C9-84A0-4518-90E6-44CC7D23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050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86A55A9-E655-4B0C-AC2B-AC9B13BD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2383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Web GIS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C2DBB21-AB75-4CD9-A603-882A1308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860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Leaflet / GeoJSON / OSM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867BE0C-2BDB-48C2-9920-63CF9CD2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03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9CAE511-C927-41A1-966D-374B7800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337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2BAFC79-E719-46C9-877C-DA34AC12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3424412-8781-4CA1-8999-286442DD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765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Backend APIs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F453BF3-1ACE-4ED0-B4E4-F1434840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3242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FastAPI / Python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A9A1A61-05D5-45DA-BC85-8B896FA2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385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7BA174F-35D0-4C6E-8811-FE0E18E7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71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5CAA79F-ED7B-40C4-8DAF-B5B9BE41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CAE33AA-B05D-4D58-824A-AD08DF5A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9147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Modelling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F8B6D42-5638-46B2-A5D4-CDC13FB6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624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NumPy / Rasterio /</a:t>
            </a:r>
          </a:p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GeoPandas / NetworkX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A297E98-39A4-4C1E-9144-AED31C25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767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BCD42CE-718B-4596-AC8F-9FC56FB8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10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A84C947-9AF1-48D9-9B9E-B51C02A6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196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BDF0559-3BEC-4122-99B7-CB4B2219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7529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4A16B80-7A78-49CC-99FD-ECECA439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0006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PostgreSQL / PostGIS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9C17D1D-D38F-49CF-A39C-3DA4820C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149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538D389-7B1C-4A51-8A38-BAE255E1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648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E1E6DD3-F15F-46F3-90FE-D7DA4623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6578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1E37725-6293-4CD7-9548-ADA2F0C4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5911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4D06919-BBF3-4143-991A-94B5CD3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8388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</p:spTree>
    <p:extLst>
      <p:ext uri="{BB962C8B-B14F-4D97-AF65-F5344CB8AC3E}">
        <p14:creationId xmlns:p14="http://schemas.microsoft.com/office/powerpoint/2010/main" val="2060620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2026-09-14T04:15:32.3460000Z</dcterms:created>
  <dcterms:modified xsi:type="dcterms:W3CDTF">2026-09-14T04:15:32.3460000Z</dcterms:modified>
</coreProperties>
</file>